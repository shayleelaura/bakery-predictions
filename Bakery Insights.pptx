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f2fe76f21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ef2fe76f2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f2fe76f21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ef2fe76f2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f2fe76f2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f2fe76f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f2fe76f2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ef2fe76f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kaggle.com/akashdeepkuila/market-basket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Bakery Insights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September 12, 2021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Shaylee Davis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following slides will give insights into the most popular hours and items for the bakery. Which can guide the bakery’s </a:t>
            </a:r>
            <a:r>
              <a:rPr lang="en"/>
              <a:t>decision</a:t>
            </a:r>
            <a:r>
              <a:rPr lang="en"/>
              <a:t> making in staffing and supplying.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Project Objective</a:t>
            </a:r>
            <a:r>
              <a:rPr b="1" lang="en" sz="4200"/>
              <a:t>: 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Discover </a:t>
            </a:r>
            <a:r>
              <a:rPr lang="en" sz="4200"/>
              <a:t>customer trends</a:t>
            </a:r>
            <a:r>
              <a:rPr lang="en" sz="4200"/>
              <a:t> to guide future decision making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Staffing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28475" y="12780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Hours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busy hours are from approximately 10 AM to 3 PM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staffing can be decreased from 7AM (open) until 10AM and again from 3PM until 8PM (close).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6000"/>
            <a:ext cx="3956074" cy="23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Hourly Trends</a:t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More </a:t>
            </a:r>
            <a:r>
              <a:rPr b="1" lang="en" sz="2100">
                <a:solidFill>
                  <a:schemeClr val="dk1"/>
                </a:solidFill>
              </a:rPr>
              <a:t>business</a:t>
            </a:r>
            <a:r>
              <a:rPr b="1" lang="en" sz="2100">
                <a:solidFill>
                  <a:schemeClr val="dk1"/>
                </a:solidFill>
              </a:rPr>
              <a:t> in afternoons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Client Implications: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staffing for midday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prep work for mornings</a:t>
            </a:r>
            <a:endParaRPr sz="16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1125"/>
            <a:ext cx="3453851" cy="26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 </a:t>
            </a:r>
            <a:r>
              <a:rPr lang="en"/>
              <a:t>Trends</a:t>
            </a:r>
            <a:endParaRPr/>
          </a:p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5482075" y="92250"/>
            <a:ext cx="3293400" cy="22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Drinks make up greatest share of sales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Client Implications: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Check pricing on drinks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Look into offering more drink </a:t>
            </a:r>
            <a:r>
              <a:rPr lang="en" sz="1600"/>
              <a:t>varieties</a:t>
            </a:r>
            <a:endParaRPr sz="1600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25" y="1152475"/>
            <a:ext cx="5145125" cy="2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5603025" y="2260100"/>
            <a:ext cx="3293400" cy="26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Bread is most common food item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Client Implications: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bread specifically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Check that you aren’t selling out of bread too early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Pastries and Cakes must also be kept well stocked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 Trends</a:t>
            </a:r>
            <a:endParaRPr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5471600" y="239225"/>
            <a:ext cx="3672300" cy="44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The previous 20 items were rarely purchased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Client Implications: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Is their presentation satisfactory?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Are they displayed well on the menu?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the above answers are yes. Consider no longer stocking the items due to waste.</a:t>
            </a:r>
            <a:endParaRPr sz="16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50" y="1358715"/>
            <a:ext cx="5333533" cy="24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</a:t>
            </a:r>
            <a:endParaRPr/>
          </a:p>
        </p:txBody>
      </p:sp>
      <p:grpSp>
        <p:nvGrpSpPr>
          <p:cNvPr id="111" name="Google Shape;111;p21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12" name="Google Shape;112;p21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21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Staff appropriately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21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More staff in afternoon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Less in morning/evening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6" name="Google Shape;116;p21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17" name="Google Shape;117;p21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21"/>
          <p:cNvSpPr txBox="1"/>
          <p:nvPr>
            <p:ph idx="4294967295" type="body"/>
          </p:nvPr>
        </p:nvSpPr>
        <p:spPr>
          <a:xfrm>
            <a:off x="539675" y="21274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Stock food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21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More drinks/bread/pastries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Less of the items that are wasting space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21"/>
          <p:cNvSpPr txBox="1"/>
          <p:nvPr>
            <p:ph idx="4294967295" type="body"/>
          </p:nvPr>
        </p:nvSpPr>
        <p:spPr>
          <a:xfrm>
            <a:off x="348045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for Data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https://www.kaggle.com/akashdeepkuila/bakery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for Mentor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https://www.kaggle.com/akashdeepkuila/market-basket-analysis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He did an </a:t>
            </a:r>
            <a:r>
              <a:rPr lang="en"/>
              <a:t>absolutely beautiful job with his graphs. Is plotly an extension I should get more familiar with? Are there others equitable or is this one of the best?</a:t>
            </a:r>
            <a:br>
              <a:rPr lang="en"/>
            </a:b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